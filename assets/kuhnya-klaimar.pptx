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6858000" cy="14840712"/>
  <p:notesSz cx="14840712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creenshots/deck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48407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creenshots/deck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48407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creenshots/deck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48407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creenshots/deck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48407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creenshots/deck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48407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creenshots/deck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48407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creenshots/deck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48407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creenshots/deck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48407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creenshots/deck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48407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Песочный Клаймар. Не у окна.</dc:title>
  <dc:subject>PptxGenJS Presentation</dc:subject>
  <dc:creator>Песочный Клаймар</dc:creator>
  <cp:lastModifiedBy>Песочный Клаймар</cp:lastModifiedBy>
  <cp:revision>1</cp:revision>
  <dcterms:created xsi:type="dcterms:W3CDTF">2026-10-06T07:06:42Z</dcterms:created>
  <dcterms:modified xsi:type="dcterms:W3CDTF">2026-10-06T07:06:42Z</dcterms:modified>
</cp:coreProperties>
</file>